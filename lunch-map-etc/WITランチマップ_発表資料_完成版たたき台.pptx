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こちらが今回制作したWebサービスのプロトタイプです。学校周辺のランチ情報を学生同士で育てていく仕組みを提案しました。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入校直後、自分自身がランチ探しに困った経験からスタートしました。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卒業後も後輩が育てられる仕組みを考えました。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最初にAIと完成イメージを作成し、必要な機能を整理しました。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HTML・CSS・JavaScriptでプロトタイプを制作しました。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AIごとに役割を分けて活用しました。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情報が古くならない仕組みを目指しました。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公開済みで今後も改善を続けます。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限られた時間で企画から公開まで行いました。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AIは企画にも役立つことを学びました。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800" b="1"/>
            </a:pPr>
            <a:r>
              <a:t>高田馬場WIT周辺</a:t>
            </a:r>
            <a:br/>
            <a:r>
              <a:t>みんなで育てるランチマップ</a:t>
            </a:r>
          </a:p>
        </p:txBody>
      </p:sp>
      <p:sp>
        <p:nvSpPr>
          <p:cNvPr id="3" name="TextBox 2"/>
          <p:cNvSpPr txBox="1"/>
          <p:nvPr/>
        </p:nvSpPr>
        <p:spPr>
          <a:xfrm>
            <a:off x="731520" y="914400"/>
            <a:ext cx="10515600" cy="5029200"/>
          </a:xfrm>
          <a:prstGeom prst="rect">
            <a:avLst/>
          </a:prstGeom>
          <a:noFill/>
        </p:spPr>
        <p:txBody>
          <a:bodyPr wrap="none">
            <a:spAutoFit/>
          </a:bodyPr>
          <a:lstStyle/>
          <a:p>
            <a:pPr>
              <a:defRPr sz="2200"/>
            </a:pPr>
            <a:r>
              <a:t>今日のランチ情報が、次の学生の役に立つ。</a:t>
            </a:r>
          </a:p>
          <a:p>
            <a:pPr>
              <a:defRPr sz="2200"/>
            </a:pPr>
            <a:r>
              <a:t>生成AIを活用した学生参加型Webサービス企画</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800" b="1"/>
            </a:pPr>
            <a:r>
              <a:t>課題</a:t>
            </a:r>
          </a:p>
        </p:txBody>
      </p:sp>
      <p:sp>
        <p:nvSpPr>
          <p:cNvPr id="3" name="TextBox 2"/>
          <p:cNvSpPr txBox="1"/>
          <p:nvPr/>
        </p:nvSpPr>
        <p:spPr>
          <a:xfrm>
            <a:off x="731520" y="914400"/>
            <a:ext cx="10515600" cy="5029200"/>
          </a:xfrm>
          <a:prstGeom prst="rect">
            <a:avLst/>
          </a:prstGeom>
          <a:noFill/>
        </p:spPr>
        <p:txBody>
          <a:bodyPr wrap="none">
            <a:spAutoFit/>
          </a:bodyPr>
          <a:lstStyle/>
          <a:p>
            <a:pPr>
              <a:defRPr sz="2200"/>
            </a:pPr>
            <a:r>
              <a:t>・ランチ情報がまとまっていない</a:t>
            </a:r>
          </a:p>
          <a:p>
            <a:pPr>
              <a:defRPr sz="2200"/>
            </a:pPr>
            <a:r>
              <a:t>・既存情報は古くなりやすい</a:t>
            </a:r>
          </a:p>
          <a:p>
            <a:pPr>
              <a:defRPr sz="2200"/>
            </a:pPr>
            <a:r>
              <a:t>・毎日探す手間がある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800" b="1"/>
            </a:pPr>
            <a:r>
              <a:t>アイデア</a:t>
            </a:r>
          </a:p>
        </p:txBody>
      </p:sp>
      <p:sp>
        <p:nvSpPr>
          <p:cNvPr id="3" name="TextBox 2"/>
          <p:cNvSpPr txBox="1"/>
          <p:nvPr/>
        </p:nvSpPr>
        <p:spPr>
          <a:xfrm>
            <a:off x="731520" y="914400"/>
            <a:ext cx="10515600" cy="5029200"/>
          </a:xfrm>
          <a:prstGeom prst="rect">
            <a:avLst/>
          </a:prstGeom>
          <a:noFill/>
        </p:spPr>
        <p:txBody>
          <a:bodyPr wrap="none">
            <a:spAutoFit/>
          </a:bodyPr>
          <a:lstStyle/>
          <a:p>
            <a:pPr>
              <a:defRPr sz="2200"/>
            </a:pPr>
            <a:r>
              <a:t>『学生みんなで育てる』ランチマップ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800" b="1"/>
            </a:pPr>
            <a:r>
              <a:t>初期コンセプト</a:t>
            </a:r>
          </a:p>
        </p:txBody>
      </p:sp>
      <p:sp>
        <p:nvSpPr>
          <p:cNvPr id="3" name="TextBox 2"/>
          <p:cNvSpPr txBox="1"/>
          <p:nvPr/>
        </p:nvSpPr>
        <p:spPr>
          <a:xfrm>
            <a:off x="731520" y="914400"/>
            <a:ext cx="10515600" cy="5029200"/>
          </a:xfrm>
          <a:prstGeom prst="rect">
            <a:avLst/>
          </a:prstGeom>
          <a:noFill/>
        </p:spPr>
        <p:txBody>
          <a:bodyPr wrap="none">
            <a:spAutoFit/>
          </a:bodyPr>
          <a:lstStyle/>
          <a:p>
            <a:pPr>
              <a:defRPr sz="2200"/>
            </a:pPr>
            <a:r>
              <a:t>AIと検討したモックアップ画像を配置</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800" b="1"/>
            </a:pPr>
            <a:r>
              <a:t>完成サイト</a:t>
            </a:r>
          </a:p>
        </p:txBody>
      </p:sp>
      <p:sp>
        <p:nvSpPr>
          <p:cNvPr id="3" name="TextBox 2"/>
          <p:cNvSpPr txBox="1"/>
          <p:nvPr/>
        </p:nvSpPr>
        <p:spPr>
          <a:xfrm>
            <a:off x="731520" y="914400"/>
            <a:ext cx="10515600" cy="5029200"/>
          </a:xfrm>
          <a:prstGeom prst="rect">
            <a:avLst/>
          </a:prstGeom>
          <a:noFill/>
        </p:spPr>
        <p:txBody>
          <a:bodyPr wrap="none">
            <a:spAutoFit/>
          </a:bodyPr>
          <a:lstStyle/>
          <a:p>
            <a:pPr>
              <a:defRPr sz="2200"/>
            </a:pPr>
            <a:r>
              <a:t>完成TOPページ画像を配置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800" b="1"/>
            </a:pPr>
            <a:r>
              <a:t>AIとの共創</a:t>
            </a:r>
          </a:p>
        </p:txBody>
      </p:sp>
      <p:sp>
        <p:nvSpPr>
          <p:cNvPr id="3" name="TextBox 2"/>
          <p:cNvSpPr txBox="1"/>
          <p:nvPr/>
        </p:nvSpPr>
        <p:spPr>
          <a:xfrm>
            <a:off x="731520" y="914400"/>
            <a:ext cx="10515600" cy="5029200"/>
          </a:xfrm>
          <a:prstGeom prst="rect">
            <a:avLst/>
          </a:prstGeom>
          <a:noFill/>
        </p:spPr>
        <p:txBody>
          <a:bodyPr wrap="none">
            <a:spAutoFit/>
          </a:bodyPr>
          <a:lstStyle/>
          <a:p>
            <a:pPr>
              <a:defRPr sz="2200"/>
            </a:pPr>
            <a:r>
              <a:t>ChatGPT／Gemini／Claude</a:t>
            </a:r>
          </a:p>
          <a:p>
            <a:pPr>
              <a:defRPr sz="2200"/>
            </a:pPr>
            <a:r>
              <a:t>最終判断は自分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800" b="1"/>
            </a:pPr>
            <a:r>
              <a:t>工夫した点</a:t>
            </a:r>
          </a:p>
        </p:txBody>
      </p:sp>
      <p:sp>
        <p:nvSpPr>
          <p:cNvPr id="3" name="TextBox 2"/>
          <p:cNvSpPr txBox="1"/>
          <p:nvPr/>
        </p:nvSpPr>
        <p:spPr>
          <a:xfrm>
            <a:off x="731520" y="914400"/>
            <a:ext cx="10515600" cy="5029200"/>
          </a:xfrm>
          <a:prstGeom prst="rect">
            <a:avLst/>
          </a:prstGeom>
          <a:noFill/>
        </p:spPr>
        <p:txBody>
          <a:bodyPr wrap="none">
            <a:spAutoFit/>
          </a:bodyPr>
          <a:lstStyle/>
          <a:p>
            <a:pPr>
              <a:defRPr sz="2200"/>
            </a:pPr>
            <a:r>
              <a:t>Google Map・食べログはリンク</a:t>
            </a:r>
          </a:p>
          <a:p>
            <a:pPr>
              <a:defRPr sz="2200"/>
            </a:pPr>
            <a:r>
              <a:t>検索属性</a:t>
            </a:r>
          </a:p>
          <a:p>
            <a:pPr>
              <a:defRPr sz="2200"/>
            </a:pPr>
            <a:r>
              <a:t>運用権限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800" b="1"/>
            </a:pPr>
            <a:r>
              <a:t>公開と将来構想</a:t>
            </a:r>
          </a:p>
        </p:txBody>
      </p:sp>
      <p:sp>
        <p:nvSpPr>
          <p:cNvPr id="3" name="TextBox 2"/>
          <p:cNvSpPr txBox="1"/>
          <p:nvPr/>
        </p:nvSpPr>
        <p:spPr>
          <a:xfrm>
            <a:off x="731520" y="914400"/>
            <a:ext cx="10515600" cy="5029200"/>
          </a:xfrm>
          <a:prstGeom prst="rect">
            <a:avLst/>
          </a:prstGeom>
          <a:noFill/>
        </p:spPr>
        <p:txBody>
          <a:bodyPr wrap="none">
            <a:spAutoFit/>
          </a:bodyPr>
          <a:lstStyle/>
          <a:p>
            <a:pPr>
              <a:defRPr sz="2200"/>
            </a:pPr>
            <a:r>
              <a:t>GitHub Pages公開</a:t>
            </a:r>
          </a:p>
          <a:p>
            <a:pPr>
              <a:defRPr sz="2200"/>
            </a:pPr>
            <a:r>
              <a:t>DB・検索・AIおすすめ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800" b="1"/>
            </a:pPr>
            <a:r>
              <a:t>制作概要</a:t>
            </a:r>
          </a:p>
        </p:txBody>
      </p:sp>
      <p:sp>
        <p:nvSpPr>
          <p:cNvPr id="3" name="TextBox 2"/>
          <p:cNvSpPr txBox="1"/>
          <p:nvPr/>
        </p:nvSpPr>
        <p:spPr>
          <a:xfrm>
            <a:off x="731520" y="914400"/>
            <a:ext cx="10515600" cy="5029200"/>
          </a:xfrm>
          <a:prstGeom prst="rect">
            <a:avLst/>
          </a:prstGeom>
          <a:noFill/>
        </p:spPr>
        <p:txBody>
          <a:bodyPr wrap="none">
            <a:spAutoFit/>
          </a:bodyPr>
          <a:lstStyle/>
          <a:p>
            <a:pPr>
              <a:defRPr sz="2200"/>
            </a:pPr>
            <a:r>
              <a:t>約7時間30分</a:t>
            </a:r>
          </a:p>
          <a:p>
            <a:pPr>
              <a:defRPr sz="2200"/>
            </a:pPr>
            <a:r>
              <a:t>1人開発</a:t>
            </a:r>
          </a:p>
          <a:p>
            <a:pPr>
              <a:defRPr sz="2200"/>
            </a:pPr>
            <a:r>
              <a:t>使用AI：ChatGPT・Gemini・Claude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800" b="1"/>
            </a:pPr>
            <a:r>
              <a:t>学んだこと</a:t>
            </a:r>
          </a:p>
        </p:txBody>
      </p:sp>
      <p:sp>
        <p:nvSpPr>
          <p:cNvPr id="3" name="TextBox 2"/>
          <p:cNvSpPr txBox="1"/>
          <p:nvPr/>
        </p:nvSpPr>
        <p:spPr>
          <a:xfrm>
            <a:off x="731520" y="914400"/>
            <a:ext cx="10515600" cy="5029200"/>
          </a:xfrm>
          <a:prstGeom prst="rect">
            <a:avLst/>
          </a:prstGeom>
          <a:noFill/>
        </p:spPr>
        <p:txBody>
          <a:bodyPr wrap="none">
            <a:spAutoFit/>
          </a:bodyPr>
          <a:lstStyle/>
          <a:p>
            <a:pPr>
              <a:defRPr sz="2200"/>
            </a:pPr>
            <a:r>
              <a:t>AIは設計パートナー</a:t>
            </a:r>
          </a:p>
          <a:p>
            <a:pPr>
              <a:defRPr sz="2200"/>
            </a:pPr>
            <a:r>
              <a:t>最後は人間が判断</a:t>
            </a:r>
          </a:p>
          <a:p>
            <a:pPr>
              <a:defRPr sz="2200"/>
            </a:pPr>
            <a:r>
              <a:t>作るより育てる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800" b="1"/>
            </a:pPr>
            <a:r>
              <a:t>ありがとうございました</a:t>
            </a:r>
          </a:p>
        </p:txBody>
      </p:sp>
      <p:sp>
        <p:nvSpPr>
          <p:cNvPr id="3" name="TextBox 2"/>
          <p:cNvSpPr txBox="1"/>
          <p:nvPr/>
        </p:nvSpPr>
        <p:spPr>
          <a:xfrm>
            <a:off x="731520" y="914400"/>
            <a:ext cx="10515600" cy="5029200"/>
          </a:xfrm>
          <a:prstGeom prst="rect">
            <a:avLst/>
          </a:prstGeom>
          <a:noFill/>
        </p:spPr>
        <p:txBody>
          <a:bodyPr wrap="none">
            <a:spAutoFit/>
          </a:bodyPr>
          <a:lstStyle/>
          <a:p>
            <a:pPr>
              <a:defRPr sz="2200"/>
            </a:pPr>
            <a:r>
              <a:t>QRコードを配置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