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6" y="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高田馬場WIT周辺 みんなで育てるランチマップ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今日のランチ情報が、次の学生の役に立つ</a:t>
            </a:r>
          </a:p>
          <a:p>
            <a:pPr>
              <a:defRPr sz="2000"/>
            </a:pPr>
            <a:r>
              <a:t>学生参加型ランチガイド</a:t>
            </a:r>
          </a:p>
          <a:p>
            <a:pPr>
              <a:defRPr sz="2000"/>
            </a:pPr>
            <a:r>
              <a:t>生成AIを活用した企画・設計プロジェクト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・ランチ情報がまとまっていなかった</a:t>
            </a:r>
          </a:p>
          <a:p>
            <a:pPr>
              <a:defRPr sz="2000"/>
            </a:pPr>
            <a:r>
              <a:t>・既存サイトは更新停止</a:t>
            </a:r>
          </a:p>
          <a:p>
            <a:pPr>
              <a:defRPr sz="2000"/>
            </a:pPr>
            <a:r>
              <a:t>・情報が古くなる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解決策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利用者みんなで育てるランチマップ</a:t>
            </a:r>
          </a:p>
          <a:p>
            <a:pPr>
              <a:defRPr sz="2000"/>
            </a:pPr>
            <a:r>
              <a:t>情報が古くならない仕組みを設計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サイト紹介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 err="1"/>
              <a:t>カテゴリ検索</a:t>
            </a:r>
            <a:endParaRPr dirty="0"/>
          </a:p>
          <a:p>
            <a:pPr>
              <a:defRPr sz="2000"/>
            </a:pPr>
            <a:r>
              <a:rPr dirty="0" err="1"/>
              <a:t>店舗登録</a:t>
            </a:r>
            <a:endParaRPr dirty="0"/>
          </a:p>
          <a:p>
            <a:pPr>
              <a:defRPr sz="2000"/>
            </a:pPr>
            <a:r>
              <a:rPr dirty="0" err="1"/>
              <a:t>ランキング</a:t>
            </a:r>
            <a:endParaRPr dirty="0"/>
          </a:p>
          <a:p>
            <a:pPr>
              <a:defRPr sz="2000"/>
            </a:pPr>
            <a:r>
              <a:rPr dirty="0" err="1"/>
              <a:t>AI活用</a:t>
            </a:r>
            <a:endParaRPr dirty="0"/>
          </a:p>
          <a:p>
            <a:pPr>
              <a:defRPr sz="2000"/>
            </a:pPr>
            <a:r>
              <a:rPr dirty="0" err="1"/>
              <a:t>DBは今後実装予定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AIとの共創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914400"/>
            <a:ext cx="85074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 err="1"/>
              <a:t>ChatGPT：企画・設計・HTML</a:t>
            </a:r>
            <a:r>
              <a:rPr dirty="0"/>
              <a:t>/CSS</a:t>
            </a:r>
            <a:r>
              <a:rPr lang="ja-JP" altLang="en-US" dirty="0"/>
              <a:t>アイデア</a:t>
            </a:r>
            <a:endParaRPr dirty="0"/>
          </a:p>
          <a:p>
            <a:pPr>
              <a:defRPr sz="2000"/>
            </a:pPr>
            <a:r>
              <a:rPr dirty="0" err="1"/>
              <a:t>Gemini：画像</a:t>
            </a:r>
            <a:r>
              <a:rPr lang="ja-JP" altLang="en-US" dirty="0"/>
              <a:t>コラージュ指示</a:t>
            </a:r>
            <a:r>
              <a:rPr dirty="0"/>
              <a:t>・</a:t>
            </a:r>
            <a:r>
              <a:rPr dirty="0" err="1"/>
              <a:t>デザイン</a:t>
            </a:r>
            <a:r>
              <a:rPr lang="ja-JP" altLang="en-US" dirty="0"/>
              <a:t>、サイト作り</a:t>
            </a:r>
            <a:r>
              <a:rPr lang="en-US" altLang="ja-JP" dirty="0"/>
              <a:t>HTML/CSS/</a:t>
            </a:r>
            <a:r>
              <a:rPr lang="en-US" altLang="ja-JP" dirty="0" err="1"/>
              <a:t>js</a:t>
            </a:r>
            <a:r>
              <a:rPr lang="ja-JP" altLang="en-US" dirty="0"/>
              <a:t>相談・指示</a:t>
            </a:r>
            <a:endParaRPr dirty="0"/>
          </a:p>
          <a:p>
            <a:pPr>
              <a:defRPr sz="2000"/>
            </a:pPr>
            <a:r>
              <a:rPr dirty="0" err="1"/>
              <a:t>最終判断は自分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工夫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0640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 err="1"/>
              <a:t>GoogleMap</a:t>
            </a:r>
            <a:r>
              <a:rPr dirty="0"/>
              <a:t>/</a:t>
            </a:r>
            <a:r>
              <a:rPr dirty="0" err="1"/>
              <a:t>食べログへ</a:t>
            </a:r>
            <a:r>
              <a:rPr lang="ja-JP" altLang="en-US" dirty="0"/>
              <a:t>は</a:t>
            </a:r>
            <a:r>
              <a:rPr dirty="0" err="1"/>
              <a:t>リンク</a:t>
            </a:r>
            <a:r>
              <a:rPr lang="ja-JP" altLang="en-US" dirty="0"/>
              <a:t>とし、それぞれへ書いた内容をコピーして表示することはしない</a:t>
            </a:r>
            <a:endParaRPr dirty="0"/>
          </a:p>
          <a:p>
            <a:pPr>
              <a:defRPr sz="2000"/>
            </a:pPr>
            <a:r>
              <a:rPr dirty="0" err="1"/>
              <a:t>検索属性</a:t>
            </a:r>
            <a:endParaRPr dirty="0"/>
          </a:p>
          <a:p>
            <a:pPr>
              <a:defRPr sz="2000"/>
            </a:pPr>
            <a:r>
              <a:rPr lang="ja-JP" altLang="en-US" dirty="0"/>
              <a:t>運用時の自分がいなくても運用できる</a:t>
            </a:r>
            <a:r>
              <a:rPr dirty="0" err="1"/>
              <a:t>権限設計</a:t>
            </a:r>
            <a:r>
              <a:rPr lang="ja-JP" altLang="en-US" dirty="0"/>
              <a:t>、削除は</a:t>
            </a:r>
            <a:r>
              <a:rPr dirty="0" err="1"/>
              <a:t>非表示運用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将来構想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DB検索</a:t>
            </a:r>
          </a:p>
          <a:p>
            <a:pPr>
              <a:defRPr sz="2000"/>
            </a:pPr>
            <a:r>
              <a:t>AIおすすめ</a:t>
            </a:r>
          </a:p>
          <a:p>
            <a:pPr>
              <a:defRPr sz="2000"/>
            </a:pPr>
            <a:r>
              <a:t>ランキング</a:t>
            </a:r>
          </a:p>
          <a:p>
            <a:pPr>
              <a:defRPr sz="2000"/>
            </a:pPr>
            <a:r>
              <a:t>学校資産へ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ChatGPTとの開発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コンセプト</a:t>
            </a:r>
          </a:p>
          <a:p>
            <a:pPr>
              <a:defRPr sz="2000"/>
            </a:pPr>
            <a:r>
              <a:t>サイトマップ</a:t>
            </a:r>
          </a:p>
          <a:p>
            <a:pPr>
              <a:defRPr sz="2000"/>
            </a:pPr>
            <a:r>
              <a:t>ワイヤーフレーム</a:t>
            </a:r>
          </a:p>
          <a:p>
            <a:pPr>
              <a:defRPr sz="2000"/>
            </a:pPr>
            <a:r>
              <a:t>HTML/CSS</a:t>
            </a:r>
          </a:p>
          <a:p>
            <a:pPr>
              <a:defRPr sz="2000"/>
            </a:pPr>
            <a:r>
              <a:t>発表構成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3F40-96B9-DB8B-9C83-F8CB6BA83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6459A7-EEDD-05D1-64C5-DB2F2540DC51}"/>
              </a:ext>
            </a:extLst>
          </p:cNvPr>
          <p:cNvSpPr txBox="1"/>
          <p:nvPr/>
        </p:nvSpPr>
        <p:spPr>
          <a:xfrm>
            <a:off x="457200" y="274320"/>
            <a:ext cx="26981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dirty="0" err="1"/>
              <a:t>Gemini</a:t>
            </a:r>
            <a:r>
              <a:rPr dirty="0" err="1"/>
              <a:t>との開発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F96354-D471-E530-9CF5-447BFD1D3E68}"/>
              </a:ext>
            </a:extLst>
          </p:cNvPr>
          <p:cNvSpPr txBox="1"/>
          <p:nvPr/>
        </p:nvSpPr>
        <p:spPr>
          <a:xfrm>
            <a:off x="731520" y="914400"/>
            <a:ext cx="59618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ja-JP" altLang="en-US" dirty="0"/>
              <a:t>自分が撮影した写真からの</a:t>
            </a:r>
            <a:r>
              <a:rPr lang="en-US" dirty="0" err="1"/>
              <a:t>MainVisual</a:t>
            </a:r>
            <a:r>
              <a:rPr lang="ja-JP" altLang="en-US" dirty="0"/>
              <a:t>画像指示・生成</a:t>
            </a:r>
            <a:endParaRPr lang="en-US" altLang="ja-JP" dirty="0"/>
          </a:p>
          <a:p>
            <a:pPr>
              <a:defRPr sz="2000"/>
            </a:pPr>
            <a:r>
              <a:rPr dirty="0"/>
              <a:t>HTML/CSS</a:t>
            </a:r>
            <a:r>
              <a:rPr lang="en-US" dirty="0"/>
              <a:t>/</a:t>
            </a:r>
            <a:r>
              <a:rPr lang="en-US" dirty="0" err="1"/>
              <a:t>js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9114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学んだこと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AIは設計パートナー</a:t>
            </a:r>
          </a:p>
          <a:p>
            <a:pPr>
              <a:defRPr sz="2000"/>
            </a:pPr>
            <a:r>
              <a:t>最後は人間が判断</a:t>
            </a:r>
          </a:p>
          <a:p>
            <a:pPr>
              <a:defRPr sz="2000"/>
            </a:pPr>
            <a:r>
              <a:t>作るより育てる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139</Words>
  <Application>Microsoft Office PowerPoint</Application>
  <PresentationFormat>ユーザー設定</PresentationFormat>
  <Paragraphs>45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16</cp:lastModifiedBy>
  <cp:revision>2</cp:revision>
  <dcterms:created xsi:type="dcterms:W3CDTF">2013-01-27T09:14:16Z</dcterms:created>
  <dcterms:modified xsi:type="dcterms:W3CDTF">2026-07-16T08:05:41Z</dcterms:modified>
  <cp:category/>
</cp:coreProperties>
</file>